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(cerca de 1 minuto): "Nosso tema é aprendizado por reforço aplicado a jogos de Atari usando redes convolucionais. A ideia veio do trabalho da DeepMind com a DQN: um agente que aprende a jogar olhando apenas para os pixels da tela e para a pontuação, sem que ninguém programe as regras do jogo. O fluxo é este: o emulador do Atari gera a imagem, que é reduzida para 84 por 84 em tons de cinza, com 4 quadros empilhados para dar noção de movimento. Uma CNN processa esses quadros e devolve um valor de qualidade, o Q-valor, para cada ação possível. O agente escolhe a ação com maior valor e vai melhorando por tentativa e erro. Para o treino ser estável, a DQN usa experience replay, que reaproveita experiências passadas, e uma rede-alvo separada. No nosso trabalho pretendemos treinar DQN e PPO em jogos como Pong e Breakout, usando Gymnasium, e comparar as curvas de recompensa."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Referência: Mnih et al., DeepMind, "Human-level control through deep reinforcement learning", Nature, 2015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GBC073 · Trabalho final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126365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Aprendizado por Reforço em jogos Atari com redes convolucionais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2419668"/>
            <a:ext cx="2216150" cy="1332865"/>
          </a:xfrm>
          <a:prstGeom prst="roundRect">
            <a:avLst>
              <a:gd name="adj" fmla="val 7384"/>
            </a:avLst>
          </a:prstGeom>
          <a:solidFill>
            <a:srgbClr val="182236"/>
          </a:solidFill>
          <a:ln w="6350">
            <a:solidFill>
              <a:srgbClr val="2A3A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5680" y="2599373"/>
            <a:ext cx="191244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Jogo (ALE)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5680" y="2904173"/>
            <a:ext cx="191244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5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Pixels da tela como entrada e pontuação como recompensa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62300" y="2872740"/>
            <a:ext cx="3556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97275" y="2419668"/>
            <a:ext cx="2216150" cy="1332865"/>
          </a:xfrm>
          <a:prstGeom prst="roundRect">
            <a:avLst>
              <a:gd name="adj" fmla="val 7384"/>
            </a:avLst>
          </a:prstGeom>
          <a:solidFill>
            <a:srgbClr val="182236"/>
          </a:solidFill>
          <a:ln w="6350">
            <a:solidFill>
              <a:srgbClr val="2A3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980" y="2599373"/>
            <a:ext cx="191244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Pré-processamento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76980" y="2904173"/>
            <a:ext cx="191244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5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Tons de cinza, 84×84 pixels e 4 quadros empilhados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2872740"/>
            <a:ext cx="3556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378575" y="2419668"/>
            <a:ext cx="2216150" cy="1332865"/>
          </a:xfrm>
          <a:prstGeom prst="roundRect">
            <a:avLst>
              <a:gd name="adj" fmla="val 7384"/>
            </a:avLst>
          </a:prstGeom>
          <a:solidFill>
            <a:srgbClr val="182236"/>
          </a:solidFill>
          <a:ln w="6350">
            <a:solidFill>
              <a:srgbClr val="2A3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8280" y="2599373"/>
            <a:ext cx="191244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(DQN)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8280" y="2904173"/>
            <a:ext cx="191244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5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Camadas convolucionais e densa, com um Q-valor por 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24900" y="2872740"/>
            <a:ext cx="3556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59875" y="2419668"/>
            <a:ext cx="2216150" cy="1332865"/>
          </a:xfrm>
          <a:prstGeom prst="roundRect">
            <a:avLst>
              <a:gd name="adj" fmla="val 7384"/>
            </a:avLst>
          </a:prstGeom>
          <a:solidFill>
            <a:srgbClr val="182236"/>
          </a:solidFill>
          <a:ln w="6350">
            <a:solidFill>
              <a:srgbClr val="2A3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39580" y="2599373"/>
            <a:ext cx="191244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39580" y="2904173"/>
            <a:ext cx="191244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5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o comando com maior Q-valor e aprende por tentativa e erro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2800" y="4070350"/>
            <a:ext cx="3420507" cy="1377950"/>
          </a:xfrm>
          <a:prstGeom prst="roundRect">
            <a:avLst>
              <a:gd name="adj" fmla="val 7373"/>
            </a:avLst>
          </a:prstGeom>
          <a:solidFill>
            <a:srgbClr val="F2EFE8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4273550"/>
            <a:ext cx="3104530" cy="25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 central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16000" y="4577874"/>
            <a:ext cx="3104530" cy="692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B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rede aprende só com pixels e pontuação, sem regras do jogo programadas.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5707" y="4070350"/>
            <a:ext cx="3420586" cy="1377950"/>
          </a:xfrm>
          <a:prstGeom prst="roundRect">
            <a:avLst>
              <a:gd name="adj" fmla="val 7373"/>
            </a:avLst>
          </a:prstGeom>
          <a:solidFill>
            <a:srgbClr val="F2EFE8"/>
          </a:solidFill>
          <a:ln/>
        </p:spPr>
      </p:sp>
      <p:sp>
        <p:nvSpPr>
          <p:cNvPr id="24" name="Text 22"/>
          <p:cNvSpPr/>
          <p:nvPr/>
        </p:nvSpPr>
        <p:spPr>
          <a:xfrm>
            <a:off x="4588907" y="4273550"/>
            <a:ext cx="31046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Técnicas-chave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88907" y="4578350"/>
            <a:ext cx="310461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B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replay e rede-alvo estabilizam o treinamento da DQN.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58693" y="4070350"/>
            <a:ext cx="3420507" cy="1377950"/>
          </a:xfrm>
          <a:prstGeom prst="roundRect">
            <a:avLst>
              <a:gd name="adj" fmla="val 7373"/>
            </a:avLst>
          </a:prstGeom>
          <a:solidFill>
            <a:srgbClr val="F2EFE8"/>
          </a:solidFill>
          <a:ln/>
        </p:spPr>
      </p:sp>
      <p:sp>
        <p:nvSpPr>
          <p:cNvPr id="27" name="Text 25"/>
          <p:cNvSpPr/>
          <p:nvPr/>
        </p:nvSpPr>
        <p:spPr>
          <a:xfrm>
            <a:off x="8161893" y="4273550"/>
            <a:ext cx="31045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61893" y="4578350"/>
            <a:ext cx="3104530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B3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Treinar DQN e PPO em Pong e Breakout e comparar as curvas de recompensa.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 em jogos Atari com CNN</dc:title>
  <dc:subject>PptxGenJS Presentation</dc:subject>
  <dc:creator>PptxGenJS</dc:creator>
  <cp:lastModifiedBy>PptxGenJS</cp:lastModifiedBy>
  <cp:revision>1</cp:revision>
  <dcterms:created xsi:type="dcterms:W3CDTF">2026-09-21T19:10:22Z</dcterms:created>
  <dcterms:modified xsi:type="dcterms:W3CDTF">2026-09-21T19:10:22Z</dcterms:modified>
</cp:coreProperties>
</file>